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3774400" cy="1051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ni-one-top-render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822960"/>
            <a:ext cx="4946256" cy="9144000"/>
          </a:xfrm>
          <a:prstGeom prst="rect">
            <a:avLst/>
          </a:prstGeom>
        </p:spPr>
      </p:pic>
      <p:pic>
        <p:nvPicPr>
          <p:cNvPr id="3" name="Picture 2" descr="mini-one-bottom-render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0" y="822960"/>
            <a:ext cx="5108668" cy="9144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458175" y="695202"/>
            <a:ext cx="744661" cy="1573097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19317" y="2063517"/>
            <a:ext cx="958751" cy="1340390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02069" y="2770945"/>
            <a:ext cx="958751" cy="986676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73031" y="4148569"/>
            <a:ext cx="148932" cy="372330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44595" y="4595366"/>
            <a:ext cx="307172" cy="251323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7859" y="4586058"/>
            <a:ext cx="288556" cy="288556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18295" y="5153862"/>
            <a:ext cx="595729" cy="605037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07873" y="6242930"/>
            <a:ext cx="409563" cy="297864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99678" y="6242930"/>
            <a:ext cx="1470706" cy="1489322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05482" y="7583320"/>
            <a:ext cx="1014601" cy="1265924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35032" y="8104583"/>
            <a:ext cx="949443" cy="1991969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19" y="146094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GNSS antenna SMA-F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73552" y="1598104"/>
            <a:ext cx="1184623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4319" y="234522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XT30 battery input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273552" y="2482389"/>
            <a:ext cx="224576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74319" y="313643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MAX-M10S GNSS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273552" y="3273592"/>
            <a:ext cx="728517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4319" y="3732161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~SS jumper (BOOTSEL)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5947497" y="3869321"/>
            <a:ext cx="0" cy="279248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73552" y="3869321"/>
            <a:ext cx="267394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74319" y="43837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LSM6DSV32X IMU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5198182" y="4520900"/>
            <a:ext cx="0" cy="74466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273552" y="4520900"/>
            <a:ext cx="192463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4319" y="471292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BMP585 barometer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3429000" y="4730336"/>
            <a:ext cx="898859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429000" y="4730336"/>
            <a:ext cx="0" cy="119748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3273552" y="4850084"/>
            <a:ext cx="155448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74319" y="5319221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Debug/status LEDs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3273552" y="5456381"/>
            <a:ext cx="644743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74319" y="5956837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12 MHz crystal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5686866" y="6391862"/>
            <a:ext cx="121007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686866" y="6093997"/>
            <a:ext cx="0" cy="297865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3273552" y="6093997"/>
            <a:ext cx="241331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74319" y="6850431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RAK3172 LoRa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3273552" y="6987591"/>
            <a:ext cx="626126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74319" y="772540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Servo 1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3273552" y="7862568"/>
            <a:ext cx="243193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74319" y="918680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LoRa antenna SMA-F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3273552" y="9323966"/>
            <a:ext cx="136148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6869016" y="1886660"/>
            <a:ext cx="1284541" cy="1796495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24099" y="3683156"/>
            <a:ext cx="660887" cy="251323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69016" y="3785547"/>
            <a:ext cx="679503" cy="847052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25377" y="4437126"/>
            <a:ext cx="726044" cy="632962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575167" y="4874614"/>
            <a:ext cx="1079759" cy="1079759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25377" y="5246945"/>
            <a:ext cx="726044" cy="605037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25377" y="6103306"/>
            <a:ext cx="726044" cy="605037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07873" y="6587335"/>
            <a:ext cx="381639" cy="204781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725377" y="6913125"/>
            <a:ext cx="726044" cy="688811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738700" y="7583320"/>
            <a:ext cx="1042526" cy="1265924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78176" y="265240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USB-B Female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153557" y="2789562"/>
            <a:ext cx="651467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878176" y="3597191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ORing diode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384986" y="3808817"/>
            <a:ext cx="837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6468760" y="3734351"/>
            <a:ext cx="0" cy="74466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468760" y="3734351"/>
            <a:ext cx="233626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878176" y="3926375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AMS1117 3.3 V LDO + Heatsink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548520" y="3869321"/>
            <a:ext cx="1101056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649576" y="3869321"/>
            <a:ext cx="0" cy="194214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649576" y="4063535"/>
            <a:ext cx="155448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8878176" y="4616447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Pyro arming switch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8451422" y="4753607"/>
            <a:ext cx="353602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878176" y="502135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RP2354B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654926" y="5158516"/>
            <a:ext cx="2150098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878176" y="541230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Pyro 3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451422" y="5549464"/>
            <a:ext cx="353602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878176" y="626866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Pyro 2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451422" y="6405824"/>
            <a:ext cx="353602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878176" y="667357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RUN jumper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189512" y="6689726"/>
            <a:ext cx="5585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245362" y="6689726"/>
            <a:ext cx="0" cy="121008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245362" y="6810734"/>
            <a:ext cx="2559662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8878176" y="7120371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Pyro 1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8451422" y="7257531"/>
            <a:ext cx="353602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8878176" y="7697483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Servo 2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81226" y="7834643"/>
            <a:ext cx="1023798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15468997" y="2119301"/>
            <a:ext cx="1595559" cy="569842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5317039" y="5120472"/>
            <a:ext cx="1491087" cy="2345851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5374023" y="3895310"/>
            <a:ext cx="569842" cy="569842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5374023" y="8026669"/>
            <a:ext cx="569842" cy="569842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0" y="2267063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Test points</a:t>
            </a:r>
          </a:p>
        </p:txBody>
      </p:sp>
      <p:cxnSp>
        <p:nvCxnSpPr>
          <p:cNvPr id="84" name="Connector 83"/>
          <p:cNvCxnSpPr/>
          <p:nvPr/>
        </p:nvCxnSpPr>
        <p:spPr>
          <a:xfrm flipH="1">
            <a:off x="14886432" y="2404223"/>
            <a:ext cx="58256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11887200" y="404307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M3 mounting hole</a:t>
            </a:r>
          </a:p>
        </p:txBody>
      </p:sp>
      <p:cxnSp>
        <p:nvCxnSpPr>
          <p:cNvPr id="86" name="Connector 85"/>
          <p:cNvCxnSpPr/>
          <p:nvPr/>
        </p:nvCxnSpPr>
        <p:spPr>
          <a:xfrm flipH="1">
            <a:off x="14886432" y="4180232"/>
            <a:ext cx="487591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1887200" y="615148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Pyro circuitry ×3</a:t>
            </a:r>
          </a:p>
        </p:txBody>
      </p:sp>
      <p:cxnSp>
        <p:nvCxnSpPr>
          <p:cNvPr id="88" name="Connector 87"/>
          <p:cNvCxnSpPr/>
          <p:nvPr/>
        </p:nvCxnSpPr>
        <p:spPr>
          <a:xfrm flipH="1">
            <a:off x="14886432" y="6288649"/>
            <a:ext cx="430607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1887200" y="817443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M3 mounting hole</a:t>
            </a:r>
          </a:p>
        </p:txBody>
      </p:sp>
      <p:cxnSp>
        <p:nvCxnSpPr>
          <p:cNvPr id="90" name="Connector 89"/>
          <p:cNvCxnSpPr/>
          <p:nvPr/>
        </p:nvCxnSpPr>
        <p:spPr>
          <a:xfrm flipH="1">
            <a:off x="14886432" y="8311590"/>
            <a:ext cx="487591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18669613" y="5490870"/>
            <a:ext cx="1025716" cy="826271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8565142" y="6440607"/>
            <a:ext cx="1700030" cy="1443601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9267947" y="3895310"/>
            <a:ext cx="569842" cy="569842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9267947" y="8026669"/>
            <a:ext cx="569842" cy="569842"/>
          </a:xfrm>
          <a:prstGeom prst="rect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0653468" y="404307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M3 mounting hole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9837790" y="4180232"/>
            <a:ext cx="742526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20653468" y="5762097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16MB NOR flash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19695329" y="5899257"/>
            <a:ext cx="884987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20653468" y="702524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microSD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20265172" y="7162408"/>
            <a:ext cx="31514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0653468" y="817443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M3 mounting hole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9837790" y="8311590"/>
            <a:ext cx="742526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3566160" y="109728"/>
            <a:ext cx="494625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Front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5179040" y="109728"/>
            <a:ext cx="5108668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Rear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